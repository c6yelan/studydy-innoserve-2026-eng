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B9A49E-7685-4C78-B74F-0D5991C1C50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PRIVATE_NOTES_MARKER_1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PRIVATE_NOTES_MARKER_2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PRIVATE_NOTES_MARKER_3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F0A24-4BB1-43E9-987B-7EB856512E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109FB4-2F6A-495A-B99D-DC3AEA708B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457D4E-2C0C-447F-93FB-B8F1C01A673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SLIDE_1_MARKER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x = 42; SLIDE_CODE_1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Tables and formulas use best-effort conversion: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a² + b² = c²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360000" y="36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HIDDEN_SLIDE_MARKER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x = 42; SLIDE_CODE_2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Tables and formulas use best-effort conversion: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a² + b² = c²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SLIDE_3_MARKER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x = 42; SLIDE_CODE_3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Tables and formulas use best-effort conversion: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a² + b² = c²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